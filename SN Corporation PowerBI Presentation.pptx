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SN Corporation Sales Analysis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Descriptive, Predictive &amp; Prescriptive Analytics (Power BI Project)</a:t>
            </a:r>
          </a:p>
          <a:p>
            <a:br/>
            <a:pPr>
              <a:defRPr sz="1800">
                <a:solidFill>
                  <a:srgbClr val="FFFFFF"/>
                </a:solidFill>
              </a:defRPr>
            </a:pPr>
            <a:r>
              <a:t>Developed by: Bhoomi Parekh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Analyze sales performance (2017–2020)</a:t>
            </a:r>
            <a:br/>
            <a:r>
              <a:t>• Identify trends, regional &amp; category insights</a:t>
            </a:r>
            <a:br/>
            <a:r>
              <a:t>• Build forecast models using Power BI</a:t>
            </a:r>
            <a:br/>
            <a:r>
              <a:t>• Provide data-driven business recommendations</a:t>
            </a:r>
            <a:br/>
            <a:br/>
            <a:r>
              <a:t>Tools: Power BI | Excel Dataset | DAX | Forecasting Visuals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Descriptive Analytics Dashboard</a:t>
            </a:r>
          </a:p>
        </p:txBody>
      </p:sp>
      <p:pic>
        <p:nvPicPr>
          <p:cNvPr id="5" name="Picture 4" descr="151331cf-682a-4545-bf69-d34491eb4b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Predictive &amp; Prescriptive Dashboard</a:t>
            </a:r>
          </a:p>
        </p:txBody>
      </p:sp>
      <p:pic>
        <p:nvPicPr>
          <p:cNvPr id="5" name="Picture 4" descr="6bdc422d-6273-4756-8716-c0eea412ba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Insights &amp;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Total Sales: 1.3M | Profit: 627K (Strong Profitability)</a:t>
            </a:r>
            <a:br/>
            <a:r>
              <a:t>• Upward sales growth trend across years</a:t>
            </a:r>
            <a:br/>
            <a:r>
              <a:t>• Central region contributes highest quantity</a:t>
            </a:r>
            <a:br/>
            <a:r>
              <a:t>• Furniture category generates strong profit</a:t>
            </a:r>
            <a:br/>
            <a:r>
              <a:t>• Forecast indicates continued growth</a:t>
            </a:r>
            <a:br/>
            <a:br/>
            <a:r>
              <a:t>Business Impact:</a:t>
            </a:r>
            <a:br/>
            <a:r>
              <a:t>• Better inventory planning</a:t>
            </a:r>
            <a:br/>
            <a:r>
              <a:t>• Strategic regional focus</a:t>
            </a:r>
            <a:br/>
            <a:r>
              <a:t>• Data-driven marketing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Power BI enabled complete 360° sales analysis</a:t>
            </a:r>
            <a:br/>
            <a:r>
              <a:t>• Combined descriptive, predictive &amp; prescriptive analytics</a:t>
            </a:r>
            <a:br/>
            <a:r>
              <a:t>• Interactive dashboards support real-time decisions</a:t>
            </a:r>
            <a:br/>
            <a:br/>
            <a:r>
              <a:t>Future Scope:</a:t>
            </a:r>
            <a:br/>
            <a:r>
              <a:t>• Machine Learning forecasting models</a:t>
            </a:r>
            <a:br/>
            <a:r>
              <a:t>• Customer segmentation analysis</a:t>
            </a:r>
            <a:br/>
            <a:r>
              <a:t>• Real-time cloud data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